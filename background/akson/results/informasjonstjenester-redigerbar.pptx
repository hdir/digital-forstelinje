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450824" cy="888796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73152"/>
            <a:ext cx="11173968" cy="8732520"/>
          </a:xfrm>
          <a:prstGeom prst="roundRect">
            <a:avLst>
              <a:gd name="adj" fmla="val 18000"/>
            </a:avLst>
          </a:prstGeom>
          <a:solidFill>
            <a:srgbClr val="C7D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23160" y="256032"/>
            <a:ext cx="6126480" cy="411480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2800" b="1">
                <a:solidFill>
                  <a:srgbClr val="0053AE"/>
                </a:solidFill>
                <a:latin typeface="Arial"/>
              </a:rPr>
              <a:t>Informasjonstjenester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685800"/>
            <a:ext cx="10680192" cy="2185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694944"/>
            <a:ext cx="10533888" cy="256032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0">
                <a:solidFill>
                  <a:srgbClr val="0058B4"/>
                </a:solidFill>
                <a:latin typeface="Arial"/>
              </a:rPr>
              <a:t>Skaffe seg oversikt over innbyggeres tilstand og behov for helsehjelp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99669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" y="96012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99669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201D26"/>
                </a:solidFill>
                <a:latin typeface="Arial"/>
              </a:rPr>
              <a:t>Klinisk
oppsum-
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99669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48840" y="96012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99669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201D26"/>
                </a:solidFill>
                <a:latin typeface="Arial"/>
              </a:rPr>
              <a:t>Problem/
diagnose og
behov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77056" y="99669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9624" y="96012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00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99669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99669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50408" y="96012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99669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Pågående og
gjennomførte
prosedyrer og
behandlinger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2048" y="996696"/>
            <a:ext cx="1572768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14616" y="960120"/>
            <a:ext cx="1572768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996696"/>
            <a:ext cx="1481328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Tjenester,
ytelser og
hjelpemidler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1920240"/>
            <a:ext cx="1545336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" y="1883664"/>
            <a:ext cx="1545336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" y="1883664"/>
            <a:ext cx="795528" cy="822960"/>
          </a:xfrm>
          <a:prstGeom prst="rect">
            <a:avLst/>
          </a:prstGeom>
          <a:solidFill>
            <a:srgbClr val="00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1920240"/>
            <a:ext cx="1453896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Legemidler og
vaksiner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76272" y="1920240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48840" y="1883664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1920240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Immunisering
(status)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77056" y="1920240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49624" y="1883664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00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95344" y="1920240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Kritisk
informasjon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2962656"/>
            <a:ext cx="10680192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2971800"/>
            <a:ext cx="10533888" cy="256032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0">
                <a:solidFill>
                  <a:srgbClr val="0058B4"/>
                </a:solidFill>
                <a:latin typeface="Arial"/>
              </a:rPr>
              <a:t>Gjøre oppslag i tidligere journalopplysninger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" y="332841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056" y="329184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332841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Undersøkelser,
målinger og
funn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76272" y="332841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48840" y="329184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32841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201D26"/>
                </a:solidFill>
                <a:latin typeface="Arial"/>
              </a:rPr>
              <a:t>Multimedia og
MTU-målinger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77056" y="332841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49624" y="329184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95344" y="332841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201D26"/>
                </a:solidFill>
                <a:latin typeface="Arial"/>
              </a:rPr>
              <a:t>Journal-
dokumenter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77840" y="332841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550408" y="329184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96128" y="332841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Kliniske
bakgrunns-
opplysninger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" y="4288536"/>
            <a:ext cx="10680192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" y="4297680"/>
            <a:ext cx="10533888" cy="256032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0">
                <a:solidFill>
                  <a:srgbClr val="0058B4"/>
                </a:solidFill>
                <a:latin typeface="Arial"/>
              </a:rPr>
              <a:t>Anmode om eller bestille tjenester eller ytelser, med svar samt kommunisere om saker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" y="4654296"/>
            <a:ext cx="1581912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48056" y="4617720"/>
            <a:ext cx="1581912" cy="822960"/>
          </a:xfrm>
          <a:prstGeom prst="roundRect">
            <a:avLst>
              <a:gd name="adj" fmla="val 18000"/>
            </a:avLst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4654296"/>
            <a:ext cx="1490472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Bestilling og
svar (lab)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76272" y="4654296"/>
            <a:ext cx="1581912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48840" y="4617720"/>
            <a:ext cx="1581912" cy="822960"/>
          </a:xfrm>
          <a:prstGeom prst="roundRect">
            <a:avLst>
              <a:gd name="adj" fmla="val 18000"/>
            </a:avLst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4654296"/>
            <a:ext cx="1490472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Henvisning
epikrise, m.m.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77056" y="4654296"/>
            <a:ext cx="1581912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849624" y="4617720"/>
            <a:ext cx="1581912" cy="822960"/>
          </a:xfrm>
          <a:prstGeom prst="roundRect">
            <a:avLst>
              <a:gd name="adj" fmla="val 18000"/>
            </a:avLst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95344" y="4654296"/>
            <a:ext cx="1490472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Anmodning
om tjeneste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77840" y="4654296"/>
            <a:ext cx="1581912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550408" y="4617720"/>
            <a:ext cx="1581912" cy="822960"/>
          </a:xfrm>
          <a:prstGeom prst="roundRect">
            <a:avLst>
              <a:gd name="adj" fmla="val 18000"/>
            </a:avLst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96128" y="4654296"/>
            <a:ext cx="1490472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>
                <a:solidFill>
                  <a:srgbClr val="201D26"/>
                </a:solidFill>
                <a:latin typeface="Arial"/>
              </a:rPr>
              <a:t>Kommunika-
sjon ved saks-
behandling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5742432"/>
            <a:ext cx="11173968" cy="36576"/>
          </a:xfrm>
          <a:prstGeom prst="rect">
            <a:avLst/>
          </a:prstGeom>
          <a:solidFill>
            <a:srgbClr val="00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56032" y="5907024"/>
            <a:ext cx="5285232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" y="5916168"/>
            <a:ext cx="5138928" cy="256032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0">
                <a:solidFill>
                  <a:srgbClr val="0058B4"/>
                </a:solidFill>
                <a:latin typeface="Arial"/>
              </a:rPr>
              <a:t>Innhente innbyggeres opplysninger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5488" y="625449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48056" y="621792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3776" y="625449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201D26"/>
                </a:solidFill>
                <a:latin typeface="Arial"/>
              </a:rPr>
              <a:t>Pasient-
demografi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76272" y="625449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148840" y="621792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00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94560" y="625449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Personvern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77056" y="6254496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49624" y="6217920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00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95344" y="6254496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Innbyggeres
opplysninger
og ønsker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87568" y="5907024"/>
            <a:ext cx="5248656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60720" y="5916168"/>
            <a:ext cx="5102352" cy="256032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0">
                <a:solidFill>
                  <a:srgbClr val="0058B4"/>
                </a:solidFill>
                <a:latin typeface="Arial"/>
              </a:rPr>
              <a:t>Rapportere egen aktivitet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879592" y="6272784"/>
            <a:ext cx="1536192" cy="786384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852160" y="6236208"/>
            <a:ext cx="1536192" cy="786384"/>
          </a:xfrm>
          <a:prstGeom prst="roundRect">
            <a:avLst>
              <a:gd name="adj" fmla="val 18000"/>
            </a:avLst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97880" y="6272784"/>
            <a:ext cx="1444752" cy="713232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Rapportering
helsefag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80376" y="6272784"/>
            <a:ext cx="1536192" cy="786384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552944" y="6236208"/>
            <a:ext cx="1536192" cy="786384"/>
          </a:xfrm>
          <a:prstGeom prst="roundRect">
            <a:avLst>
              <a:gd name="adj" fmla="val 18000"/>
            </a:avLst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98664" y="6272784"/>
            <a:ext cx="1444752" cy="713232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Rapportering
administrativt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" y="7223760"/>
            <a:ext cx="5285232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9184" y="7232904"/>
            <a:ext cx="5138928" cy="256032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0">
                <a:solidFill>
                  <a:srgbClr val="0058B4"/>
                </a:solidFill>
                <a:latin typeface="Arial"/>
              </a:rPr>
              <a:t>Slå opp i generelle informasjonskilder (grunndata)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5488" y="7571231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48056" y="7534656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00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3776" y="7571231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Oversikt over
tilgjengelige
tjenester og
tilbud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176272" y="7571231"/>
            <a:ext cx="1554480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148840" y="7534656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94560" y="7571231"/>
            <a:ext cx="1463040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201D26"/>
                </a:solidFill>
                <a:latin typeface="Arial"/>
              </a:rPr>
              <a:t>Klinisk
kunnskap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687568" y="7223760"/>
            <a:ext cx="5248656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760720" y="7232904"/>
            <a:ext cx="5102352" cy="256032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0">
                <a:solidFill>
                  <a:srgbClr val="0058B4"/>
                </a:solidFill>
                <a:latin typeface="Arial"/>
              </a:rPr>
              <a:t>Arrangere og delta i møter, konsultasjoner og samtaler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879592" y="7626096"/>
            <a:ext cx="1572768" cy="804672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852160" y="7589520"/>
            <a:ext cx="1572768" cy="804672"/>
          </a:xfrm>
          <a:prstGeom prst="roundRect">
            <a:avLst>
              <a:gd name="adj" fmla="val 18000"/>
            </a:avLst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97880" y="7626096"/>
            <a:ext cx="1481328" cy="731520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>
                <a:solidFill>
                  <a:srgbClr val="201D26"/>
                </a:solidFill>
                <a:latin typeface="Arial"/>
              </a:rPr>
              <a:t>Team- og møte-
administrasjon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80376" y="7626096"/>
            <a:ext cx="1572768" cy="804672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7552944" y="7589520"/>
            <a:ext cx="1572768" cy="8046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598664" y="7626096"/>
            <a:ext cx="1481328" cy="731520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201D26"/>
                </a:solidFill>
                <a:latin typeface="Arial"/>
              </a:rPr>
              <a:t>Video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235440" y="7626096"/>
            <a:ext cx="1572768" cy="804672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208008" y="7589520"/>
            <a:ext cx="1572768" cy="804672"/>
          </a:xfrm>
          <a:prstGeom prst="roundRect">
            <a:avLst>
              <a:gd name="adj" fmla="val 18000"/>
            </a:avLst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53728" y="7626096"/>
            <a:ext cx="1481328" cy="731520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Tekstlig
dialog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878056" y="2807208"/>
            <a:ext cx="1536192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1850624" y="2770632"/>
            <a:ext cx="1536192" cy="822960"/>
          </a:xfrm>
          <a:prstGeom prst="roundRect">
            <a:avLst>
              <a:gd name="adj" fmla="val 18000"/>
            </a:avLst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896344" y="2807208"/>
            <a:ext cx="1444752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Sende og
motta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1878056" y="3730752"/>
            <a:ext cx="1536192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1850624" y="3694176"/>
            <a:ext cx="1536192" cy="822960"/>
          </a:xfrm>
          <a:prstGeom prst="roundRect">
            <a:avLst>
              <a:gd name="adj" fmla="val 18000"/>
            </a:avLst>
          </a:prstGeom>
          <a:solidFill>
            <a:srgbClr val="CFE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896344" y="3730752"/>
            <a:ext cx="1444752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>
                <a:solidFill>
                  <a:srgbClr val="201D26"/>
                </a:solidFill>
                <a:latin typeface="Arial"/>
              </a:rPr>
              <a:t>Slå opp og
tilgjengelig-
gjøre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1878056" y="4654296"/>
            <a:ext cx="1536192" cy="82296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1850624" y="4617720"/>
            <a:ext cx="1536192" cy="822960"/>
          </a:xfrm>
          <a:prstGeom prst="roundRect">
            <a:avLst>
              <a:gd name="adj" fmla="val 18000"/>
            </a:avLst>
          </a:prstGeom>
          <a:solidFill>
            <a:srgbClr val="005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896344" y="4654296"/>
            <a:ext cx="1444752" cy="749808"/>
          </a:xfrm>
          <a:prstGeom prst="rect">
            <a:avLst/>
          </a:prstGeom>
          <a:noFill/>
        </p:spPr>
        <p:txBody>
          <a:bodyPr wrap="none" lIns="36576" rIns="36576" tIns="9144" bIns="9144" anchor="ctr">
            <a:spAutoFit/>
          </a:bodyPr>
          <a:lstStyle/>
          <a:p>
            <a:pPr algn="ctr">
              <a:lnSpc>
                <a:spcPct val="94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Endre og
dele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